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1" r:id="rId14"/>
    <p:sldId id="272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6F3DA-8EC1-4382-AEBF-1A5A6DDB52FA}" v="20" dt="2026-04-11T04:37:17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na Shettar" userId="c1af9807d18f0ae5" providerId="LiveId" clId="{A5825278-964B-428C-B8E9-DD9B6EBA9552}"/>
    <pc:docChg chg="undo custSel addSld delSld modSld sldOrd modMainMaster">
      <pc:chgData name="Rachana Shettar" userId="c1af9807d18f0ae5" providerId="LiveId" clId="{A5825278-964B-428C-B8E9-DD9B6EBA9552}" dt="2026-04-11T05:00:41.855" v="171" actId="14100"/>
      <pc:docMkLst>
        <pc:docMk/>
      </pc:docMkLst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2611440285" sldId="256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3788967743" sldId="257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2376091946" sldId="258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2485137844" sldId="259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1137393313" sldId="260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2030801735" sldId="261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2576203765" sldId="262"/>
        </pc:sldMkLst>
      </pc:sldChg>
      <pc:sldChg chg="addSp modSp mod modTransition">
        <pc:chgData name="Rachana Shettar" userId="c1af9807d18f0ae5" providerId="LiveId" clId="{A5825278-964B-428C-B8E9-DD9B6EBA9552}" dt="2026-04-11T05:00:41.855" v="171" actId="14100"/>
        <pc:sldMkLst>
          <pc:docMk/>
          <pc:sldMk cId="2167953265" sldId="263"/>
        </pc:sldMkLst>
        <pc:picChg chg="add mod">
          <ac:chgData name="Rachana Shettar" userId="c1af9807d18f0ae5" providerId="LiveId" clId="{A5825278-964B-428C-B8E9-DD9B6EBA9552}" dt="2026-04-11T05:00:41.855" v="171" actId="14100"/>
          <ac:picMkLst>
            <pc:docMk/>
            <pc:sldMk cId="2167953265" sldId="263"/>
            <ac:picMk id="4" creationId="{98C4B197-0A8B-8D30-D061-69F5693FAA1F}"/>
          </ac:picMkLst>
        </pc:picChg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1013895551" sldId="264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1122371018" sldId="265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1871967210" sldId="266"/>
        </pc:sldMkLst>
      </pc:sldChg>
      <pc:sldChg chg="modTransition">
        <pc:chgData name="Rachana Shettar" userId="c1af9807d18f0ae5" providerId="LiveId" clId="{A5825278-964B-428C-B8E9-DD9B6EBA9552}" dt="2026-04-11T04:30:19.068" v="41"/>
        <pc:sldMkLst>
          <pc:docMk/>
          <pc:sldMk cId="3498660198" sldId="267"/>
        </pc:sldMkLst>
      </pc:sldChg>
      <pc:sldChg chg="modSp new del mod">
        <pc:chgData name="Rachana Shettar" userId="c1af9807d18f0ae5" providerId="LiveId" clId="{A5825278-964B-428C-B8E9-DD9B6EBA9552}" dt="2026-04-11T04:16:53.300" v="6" actId="2696"/>
        <pc:sldMkLst>
          <pc:docMk/>
          <pc:sldMk cId="779605096" sldId="268"/>
        </pc:sldMkLst>
        <pc:spChg chg="mod">
          <ac:chgData name="Rachana Shettar" userId="c1af9807d18f0ae5" providerId="LiveId" clId="{A5825278-964B-428C-B8E9-DD9B6EBA9552}" dt="2026-04-11T04:15:31.519" v="5" actId="14100"/>
          <ac:spMkLst>
            <pc:docMk/>
            <pc:sldMk cId="779605096" sldId="268"/>
            <ac:spMk id="3" creationId="{439A6166-D125-D5FD-B606-8860CBA256DF}"/>
          </ac:spMkLst>
        </pc:spChg>
      </pc:sldChg>
      <pc:sldChg chg="new del">
        <pc:chgData name="Rachana Shettar" userId="c1af9807d18f0ae5" providerId="LiveId" clId="{A5825278-964B-428C-B8E9-DD9B6EBA9552}" dt="2026-04-11T04:17:21.970" v="9" actId="47"/>
        <pc:sldMkLst>
          <pc:docMk/>
          <pc:sldMk cId="2911576848" sldId="268"/>
        </pc:sldMkLst>
      </pc:sldChg>
      <pc:sldChg chg="new del">
        <pc:chgData name="Rachana Shettar" userId="c1af9807d18f0ae5" providerId="LiveId" clId="{A5825278-964B-428C-B8E9-DD9B6EBA9552}" dt="2026-04-11T04:12:10.982" v="1" actId="2696"/>
        <pc:sldMkLst>
          <pc:docMk/>
          <pc:sldMk cId="4211844593" sldId="268"/>
        </pc:sldMkLst>
      </pc:sldChg>
      <pc:sldChg chg="addSp modSp new mod ord modTransition">
        <pc:chgData name="Rachana Shettar" userId="c1af9807d18f0ae5" providerId="LiveId" clId="{A5825278-964B-428C-B8E9-DD9B6EBA9552}" dt="2026-04-11T04:30:19.068" v="41"/>
        <pc:sldMkLst>
          <pc:docMk/>
          <pc:sldMk cId="4118315762" sldId="269"/>
        </pc:sldMkLst>
        <pc:spChg chg="add mod">
          <ac:chgData name="Rachana Shettar" userId="c1af9807d18f0ae5" providerId="LiveId" clId="{A5825278-964B-428C-B8E9-DD9B6EBA9552}" dt="2026-04-11T04:23:21.405" v="39" actId="20577"/>
          <ac:spMkLst>
            <pc:docMk/>
            <pc:sldMk cId="4118315762" sldId="269"/>
            <ac:spMk id="5" creationId="{D42F9009-3C3E-7D55-3DCE-A19C392B0FD1}"/>
          </ac:spMkLst>
        </pc:spChg>
        <pc:picChg chg="add mod">
          <ac:chgData name="Rachana Shettar" userId="c1af9807d18f0ae5" providerId="LiveId" clId="{A5825278-964B-428C-B8E9-DD9B6EBA9552}" dt="2026-04-11T04:19:50.156" v="10"/>
          <ac:picMkLst>
            <pc:docMk/>
            <pc:sldMk cId="4118315762" sldId="269"/>
            <ac:picMk id="2" creationId="{E655C580-45F6-4B72-A055-75D003684291}"/>
          </ac:picMkLst>
        </pc:picChg>
        <pc:picChg chg="add mod">
          <ac:chgData name="Rachana Shettar" userId="c1af9807d18f0ae5" providerId="LiveId" clId="{A5825278-964B-428C-B8E9-DD9B6EBA9552}" dt="2026-04-11T04:20:08.724" v="12" actId="1076"/>
          <ac:picMkLst>
            <pc:docMk/>
            <pc:sldMk cId="4118315762" sldId="269"/>
            <ac:picMk id="4" creationId="{08290AD0-6302-2FF5-A2C9-79B8DEA4C18E}"/>
          </ac:picMkLst>
        </pc:picChg>
      </pc:sldChg>
      <pc:sldChg chg="addSp modSp new mod">
        <pc:chgData name="Rachana Shettar" userId="c1af9807d18f0ae5" providerId="LiveId" clId="{A5825278-964B-428C-B8E9-DD9B6EBA9552}" dt="2026-04-11T04:39:51.418" v="158" actId="14100"/>
        <pc:sldMkLst>
          <pc:docMk/>
          <pc:sldMk cId="614056541" sldId="270"/>
        </pc:sldMkLst>
        <pc:spChg chg="add mod">
          <ac:chgData name="Rachana Shettar" userId="c1af9807d18f0ae5" providerId="LiveId" clId="{A5825278-964B-428C-B8E9-DD9B6EBA9552}" dt="2026-04-11T04:36:45.049" v="129" actId="113"/>
          <ac:spMkLst>
            <pc:docMk/>
            <pc:sldMk cId="614056541" sldId="270"/>
            <ac:spMk id="4" creationId="{F4535415-90F2-B770-2D20-916DDF9BF227}"/>
          </ac:spMkLst>
        </pc:spChg>
        <pc:picChg chg="add mod">
          <ac:chgData name="Rachana Shettar" userId="c1af9807d18f0ae5" providerId="LiveId" clId="{A5825278-964B-428C-B8E9-DD9B6EBA9552}" dt="2026-04-11T04:34:43.327" v="49" actId="14100"/>
          <ac:picMkLst>
            <pc:docMk/>
            <pc:sldMk cId="614056541" sldId="270"/>
            <ac:picMk id="3" creationId="{AF1246E1-E2B7-28DD-5D36-55D42C391155}"/>
          </ac:picMkLst>
        </pc:picChg>
        <pc:picChg chg="add mod modCrop">
          <ac:chgData name="Rachana Shettar" userId="c1af9807d18f0ae5" providerId="LiveId" clId="{A5825278-964B-428C-B8E9-DD9B6EBA9552}" dt="2026-04-11T04:39:51.418" v="158" actId="14100"/>
          <ac:picMkLst>
            <pc:docMk/>
            <pc:sldMk cId="614056541" sldId="270"/>
            <ac:picMk id="6" creationId="{4B5C0ABD-A775-210B-3890-C94739460972}"/>
          </ac:picMkLst>
        </pc:picChg>
      </pc:sldChg>
      <pc:sldChg chg="addSp modSp new mod">
        <pc:chgData name="Rachana Shettar" userId="c1af9807d18f0ae5" providerId="LiveId" clId="{A5825278-964B-428C-B8E9-DD9B6EBA9552}" dt="2026-04-11T04:38:22.412" v="152" actId="1076"/>
        <pc:sldMkLst>
          <pc:docMk/>
          <pc:sldMk cId="3988682626" sldId="271"/>
        </pc:sldMkLst>
        <pc:spChg chg="add mod">
          <ac:chgData name="Rachana Shettar" userId="c1af9807d18f0ae5" providerId="LiveId" clId="{A5825278-964B-428C-B8E9-DD9B6EBA9552}" dt="2026-04-11T04:36:51.092" v="131" actId="113"/>
          <ac:spMkLst>
            <pc:docMk/>
            <pc:sldMk cId="3988682626" sldId="271"/>
            <ac:spMk id="4" creationId="{BA41420D-BEED-02A4-0EEB-D4A0FE538C65}"/>
          </ac:spMkLst>
        </pc:spChg>
        <pc:picChg chg="add mod">
          <ac:chgData name="Rachana Shettar" userId="c1af9807d18f0ae5" providerId="LiveId" clId="{A5825278-964B-428C-B8E9-DD9B6EBA9552}" dt="2026-04-11T04:35:11.669" v="54" actId="14100"/>
          <ac:picMkLst>
            <pc:docMk/>
            <pc:sldMk cId="3988682626" sldId="271"/>
            <ac:picMk id="3" creationId="{BE6C9F61-9189-C6F5-3F2C-3DE150CBF71A}"/>
          </ac:picMkLst>
        </pc:picChg>
        <pc:picChg chg="add mod modCrop">
          <ac:chgData name="Rachana Shettar" userId="c1af9807d18f0ae5" providerId="LiveId" clId="{A5825278-964B-428C-B8E9-DD9B6EBA9552}" dt="2026-04-11T04:38:22.412" v="152" actId="1076"/>
          <ac:picMkLst>
            <pc:docMk/>
            <pc:sldMk cId="3988682626" sldId="271"/>
            <ac:picMk id="6" creationId="{AAEDB3C7-BF59-BAFC-12FD-A6A1733CC28C}"/>
          </ac:picMkLst>
        </pc:picChg>
      </pc:sldChg>
      <pc:sldChg chg="addSp delSp modSp new mod">
        <pc:chgData name="Rachana Shettar" userId="c1af9807d18f0ae5" providerId="LiveId" clId="{A5825278-964B-428C-B8E9-DD9B6EBA9552}" dt="2026-04-11T04:40:36.475" v="168" actId="14100"/>
        <pc:sldMkLst>
          <pc:docMk/>
          <pc:sldMk cId="3683589806" sldId="272"/>
        </pc:sldMkLst>
        <pc:spChg chg="add mod">
          <ac:chgData name="Rachana Shettar" userId="c1af9807d18f0ae5" providerId="LiveId" clId="{A5825278-964B-428C-B8E9-DD9B6EBA9552}" dt="2026-04-11T04:37:33.865" v="145" actId="403"/>
          <ac:spMkLst>
            <pc:docMk/>
            <pc:sldMk cId="3683589806" sldId="272"/>
            <ac:spMk id="4" creationId="{EB087928-519E-0846-485C-0354F5CB9F19}"/>
          </ac:spMkLst>
        </pc:spChg>
        <pc:picChg chg="add mod">
          <ac:chgData name="Rachana Shettar" userId="c1af9807d18f0ae5" providerId="LiveId" clId="{A5825278-964B-428C-B8E9-DD9B6EBA9552}" dt="2026-04-11T04:35:25.773" v="59" actId="14100"/>
          <ac:picMkLst>
            <pc:docMk/>
            <pc:sldMk cId="3683589806" sldId="272"/>
            <ac:picMk id="3" creationId="{DF915C4B-F0C1-5592-CCA3-721ABBC48181}"/>
          </ac:picMkLst>
        </pc:picChg>
        <pc:picChg chg="add del mod">
          <ac:chgData name="Rachana Shettar" userId="c1af9807d18f0ae5" providerId="LiveId" clId="{A5825278-964B-428C-B8E9-DD9B6EBA9552}" dt="2026-04-11T04:40:08.898" v="161" actId="931"/>
          <ac:picMkLst>
            <pc:docMk/>
            <pc:sldMk cId="3683589806" sldId="272"/>
            <ac:picMk id="6" creationId="{CF2D9F78-CE5C-B1E2-4533-82BF19269C55}"/>
          </ac:picMkLst>
        </pc:picChg>
        <pc:picChg chg="add mod modCrop">
          <ac:chgData name="Rachana Shettar" userId="c1af9807d18f0ae5" providerId="LiveId" clId="{A5825278-964B-428C-B8E9-DD9B6EBA9552}" dt="2026-04-11T04:40:36.475" v="168" actId="14100"/>
          <ac:picMkLst>
            <pc:docMk/>
            <pc:sldMk cId="3683589806" sldId="272"/>
            <ac:picMk id="8" creationId="{5DA345CF-7BD9-C488-284E-6A80F35AD6E9}"/>
          </ac:picMkLst>
        </pc:picChg>
      </pc:sldChg>
      <pc:sldMasterChg chg="modTransition modSldLayout">
        <pc:chgData name="Rachana Shettar" userId="c1af9807d18f0ae5" providerId="LiveId" clId="{A5825278-964B-428C-B8E9-DD9B6EBA9552}" dt="2026-04-11T04:30:19.068" v="41"/>
        <pc:sldMasterMkLst>
          <pc:docMk/>
          <pc:sldMasterMk cId="518483195" sldId="2147483648"/>
        </pc:sldMasterMkLst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3581653995" sldId="2147483649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500289652" sldId="2147483650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118639934" sldId="2147483651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2406959103" sldId="2147483652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484720540" sldId="2147483653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2602014974" sldId="2147483654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2674249707" sldId="2147483655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87859442" sldId="2147483656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888017394" sldId="2147483657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2662108273" sldId="2147483658"/>
          </pc:sldLayoutMkLst>
        </pc:sldLayoutChg>
        <pc:sldLayoutChg chg="modTransition">
          <pc:chgData name="Rachana Shettar" userId="c1af9807d18f0ae5" providerId="LiveId" clId="{A5825278-964B-428C-B8E9-DD9B6EBA9552}" dt="2026-04-11T04:30:19.068" v="41"/>
          <pc:sldLayoutMkLst>
            <pc:docMk/>
            <pc:sldMasterMk cId="518483195" sldId="2147483648"/>
            <pc:sldLayoutMk cId="24542545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E6EE-812D-A5C5-4E20-E98C541A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8A1FA-8CF6-C526-B6F5-A0E40A997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2E6A-56BD-0C44-3C2B-05964F95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C5993-9F11-055C-E19D-3B5EAB1E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A8540-95F6-05D7-D9B3-AE910685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5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959F9-910E-3233-7491-06FB35E0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5526-31C0-CBA8-9776-AD3C8A9E7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1DFCA-321C-53E5-B100-555BFA8C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A9CD-C03F-E1B3-CCAD-54BB9CE3F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2733D-3873-FFA0-DD17-9DB3738B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28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C3A8-38F6-009B-84B8-0C4F41E1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6EF5-A2BA-D44C-290D-14A449F2A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ABD22-E669-B42A-8E32-81401CCA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F9B0-F879-E2CD-9763-8FF838C3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BDECB-9D2E-1957-2F0C-945D541A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3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F04E-D5FD-4AEA-DCB9-BE50A978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70D17-33DA-123E-1C39-46BAD5070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9ABB1-C910-AB2D-21FE-4B29CA0CF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74762-B20F-3B9E-D666-5A67295F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F691E-65C3-BA8F-1D01-9AE4B8B5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41FA-BDDB-9A1E-B0E9-BF8C2C2D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5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15F2-FF86-31D7-FDEA-74AE298A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18FE4-9882-FCFB-1EB6-515B2F3F0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4F706-C9B5-A84F-6387-A99B875A0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188EF-CF35-781C-09E1-98D8B55C3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00138-9833-B334-5132-60E051E9A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F182E-6459-C2F7-4D33-91B6184A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E56DC-8C37-0F35-C697-728E1742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9952D3-69AC-FDE2-A3C2-989A77E5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2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131C-80DF-ED21-0FF9-F7344B1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81E43-6838-5058-EE89-7E10FC0B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339CC-9688-0F63-F7AC-C819971A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4CEEF-13D1-71AC-4B5A-5DC6CFFD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1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51D55-4A69-4048-6067-B34E74DD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94586-BF21-7068-0387-C2378265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0280F-33E2-D955-1972-8A990093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4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D403-629E-0FE8-51BC-5646F6A4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E9524-E0A1-608B-953F-5B7D080D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2317E-EB1E-493D-B15F-21A29266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94CDD-8378-26CC-D403-15304989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19D40-5E82-2424-4EC4-A4D04F8E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B84AE-E66A-3119-0847-02CE2B26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2343-BDCE-24FB-CAE8-12CF2524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8258E-7BC5-5DA7-12BE-90DE22612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FD091-4258-3357-EB81-69984B9C6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D3FC7-4419-7807-7A84-61D34B37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765FC-FA72-8F94-4F93-BCEF063D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3DC68-1C76-A86D-526D-97056D22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1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5CA3-D314-B859-27C6-9EE269D4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120C0-3210-0306-1EE1-F0FB36835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FD859-67D0-4C7E-5FB7-53DD81F7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223D-D0B7-C52E-BA39-2768C5B2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4FF83-0D9B-1BA5-F60F-EB2E3AF1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0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F446A5-18B2-DD0A-4366-DB13A225C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D2CF0-EEBA-EB66-19F7-027FD813C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F469-F1C3-2604-9E64-8E1C3107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53CF-DEE7-E78A-AD1A-78EE667E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7631-734D-A66C-F1B8-464E8872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10497-8AD5-6482-BD74-1E944802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CCA9-AD3F-D29B-21AE-205C06222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A812-295A-B9ED-1FF1-8CCFDAC91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5FA19-C3C5-427A-9544-D641857680A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7AEB-E807-ECEC-2D24-8ADC2F5AE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F5490-83EA-9CA6-9853-500A16C02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B4D9C-A931-4F7E-AD1B-FC61E7A4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48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3230-C4CC-D1D2-1E44-0CEB25928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E38BD-48FC-973D-A94C-CB763D4FD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EB025-FF76-6805-A98F-776EB4BF2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591"/>
            <a:ext cx="12192000" cy="639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4F58D-E3EC-72BF-9190-BB61C1251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49"/>
            <a:ext cx="12192000" cy="671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6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A005F-6759-A332-7EE8-9C061136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068C74-6A6A-6CC0-E3D1-82AC1846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01"/>
            <a:ext cx="12192000" cy="677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9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C81BA-554C-5EFB-23D2-78A2FE3EF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" y="0"/>
            <a:ext cx="12132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3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55C580-45F6-4B72-A055-75D003684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49"/>
            <a:ext cx="12192000" cy="6717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290AD0-6302-2FF5-A2C9-79B8DEA4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42" y="160394"/>
            <a:ext cx="4706007" cy="5391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2F9009-3C3E-7D55-3DCE-A19C392B0FD1}"/>
              </a:ext>
            </a:extLst>
          </p:cNvPr>
          <p:cNvSpPr txBox="1"/>
          <p:nvPr/>
        </p:nvSpPr>
        <p:spPr>
          <a:xfrm>
            <a:off x="332509" y="711200"/>
            <a:ext cx="9938327" cy="388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Why QNX is Better than Linux (for Our System)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Deterministic Real Time Execution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Strict Priority Based Scheduling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Efficient Message Passing IPC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Microkernel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 Latency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Industry Level Reliability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Advanced Thread Control</a:t>
            </a:r>
          </a:p>
        </p:txBody>
      </p:sp>
    </p:spTree>
    <p:extLst>
      <p:ext uri="{BB962C8B-B14F-4D97-AF65-F5344CB8AC3E}">
        <p14:creationId xmlns:p14="http://schemas.microsoft.com/office/powerpoint/2010/main" val="411831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9D9803-027C-3FDE-864D-0A3C1370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022"/>
            <a:ext cx="12192000" cy="639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9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327FE-E1A7-2D84-A480-6B1471B7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636"/>
            <a:ext cx="12192000" cy="6248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C4974-E1B6-25F3-C8B2-E9839E26B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851"/>
            <a:ext cx="12192000" cy="63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0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00131-CC23-2C00-EA3E-7445D2E26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080"/>
            <a:ext cx="12192000" cy="618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0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870DC-1B8E-9E74-485C-885CA52E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34"/>
            <a:ext cx="12192000" cy="6789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C4B197-0A8B-8D30-D061-69F5693FA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927" y="714856"/>
            <a:ext cx="3734321" cy="523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5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3B54F6-1EA9-4713-CFDE-D45AF34B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080"/>
            <a:ext cx="12192000" cy="6183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C8AA6-EF70-352D-3234-5E4D1D2A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35"/>
            <a:ext cx="12192000" cy="621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9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345637-6351-3F63-E049-5C708D0A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853"/>
            <a:ext cx="12192000" cy="644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7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246E1-E2B7-28DD-5D36-55D42C39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7" y="600364"/>
            <a:ext cx="14657592" cy="6557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535415-90F2-B770-2D20-916DDF9BF227}"/>
              </a:ext>
            </a:extLst>
          </p:cNvPr>
          <p:cNvSpPr txBox="1"/>
          <p:nvPr/>
        </p:nvSpPr>
        <p:spPr>
          <a:xfrm>
            <a:off x="406400" y="295564"/>
            <a:ext cx="2593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0ABD-A775-210B-3890-C9473946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" t="26613" r="55606"/>
          <a:stretch>
            <a:fillRect/>
          </a:stretch>
        </p:blipFill>
        <p:spPr>
          <a:xfrm>
            <a:off x="1154546" y="1422400"/>
            <a:ext cx="7027436" cy="455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5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C9F61-9189-C6F5-3F2C-3DE150CB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6" y="434109"/>
            <a:ext cx="11240655" cy="77911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41420D-BEED-02A4-0EEB-D4A0FE538C65}"/>
              </a:ext>
            </a:extLst>
          </p:cNvPr>
          <p:cNvSpPr txBox="1"/>
          <p:nvPr/>
        </p:nvSpPr>
        <p:spPr>
          <a:xfrm>
            <a:off x="397164" y="323273"/>
            <a:ext cx="2093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QNX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DB3C7-BF59-BAFC-12FD-A6A1733CC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t="59259"/>
          <a:stretch>
            <a:fillRect/>
          </a:stretch>
        </p:blipFill>
        <p:spPr>
          <a:xfrm>
            <a:off x="594340" y="1754909"/>
            <a:ext cx="10702292" cy="352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915C4B-F0C1-5592-CCA3-721ABBC48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9223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087928-519E-0846-485C-0354F5CB9F19}"/>
              </a:ext>
            </a:extLst>
          </p:cNvPr>
          <p:cNvSpPr txBox="1"/>
          <p:nvPr/>
        </p:nvSpPr>
        <p:spPr>
          <a:xfrm>
            <a:off x="193964" y="249382"/>
            <a:ext cx="3648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345CF-7BD9-C488-284E-6A80F35AD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6" b="13670"/>
          <a:stretch>
            <a:fillRect/>
          </a:stretch>
        </p:blipFill>
        <p:spPr>
          <a:xfrm>
            <a:off x="3112655" y="711047"/>
            <a:ext cx="4285671" cy="567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8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5C494-77BF-3236-150C-97954C2FC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53"/>
            <a:ext cx="12192000" cy="63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6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D2673-E2A9-F8B7-B2C8-362757B6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196"/>
            <a:ext cx="12192000" cy="66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6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41</Words>
  <Application>Microsoft Office PowerPoint</Application>
  <PresentationFormat>Widescreen</PresentationFormat>
  <Paragraphs>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Rachana Shettar</dc:creator>
  <cp:lastModifiedBy>Rachana Shettar</cp:lastModifiedBy>
  <cp:revision>1</cp:revision>
  <dcterms:created xsi:type="dcterms:W3CDTF">2026-04-11T03:36:08Z</dcterms:created>
  <dcterms:modified xsi:type="dcterms:W3CDTF">2026-04-11T05:00:42Z</dcterms:modified>
</cp:coreProperties>
</file>